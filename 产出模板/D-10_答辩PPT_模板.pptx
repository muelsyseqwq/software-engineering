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7A3D"/>
                </a:solidFill>
                <a:latin typeface="Microsoft YaHei"/>
              </a:rPr>
              <a:t>软件工程课程设计答辩</a:t>
            </a:r>
          </a:p>
          <a:p>
            <a:pPr algn="ctr"/>
            <a:r>
              <a:rPr sz="1800">
                <a:solidFill>
                  <a:srgbClr val="777777"/>
                </a:solidFill>
                <a:latin typeface="Microsoft YaHei"/>
              </a:rPr>
              <a:t>项目名 ____________  |  第 __ 组  |  20___-___-___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组长 / 组员 / 分工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指导教师致谢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为什么做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为谁做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做到什么程度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需求亮点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Top 3 核心场景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业务规则关键点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一图讲清架构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数据库设计概览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核心实体与关系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模块名 / 难点 / 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模块名 / 难点 / 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算法选择与复杂度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与替代方案对比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演示路径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现场或视频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测试与质量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覆盖率 / 性能 / 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部署与可观测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部署拓扑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关键监控指标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项目管理与协作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里程碑达成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风险处置案例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AI 工具使用申报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工具 / 用途 / 比例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遇到的最大挑战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挑战 / 解决过程 / 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主要成果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后续可演进方向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谢谢评委！欢迎提问。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